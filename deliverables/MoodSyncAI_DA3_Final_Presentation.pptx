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091743430c48f4" /><Relationship Type="http://schemas.openxmlformats.org/officeDocument/2006/relationships/extended-properties" Target="/docProps/app.xml" Id="R84541733c26444b0" /><Relationship Type="http://schemas.openxmlformats.org/officeDocument/2006/relationships/officeDocument" Target="/ppt/presentation.xml" Id="R17624ce10672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4143c12654c62"/>
  </p:sldMasterIdLst>
  <p:notesMasterIdLst>
    <p:notesMasterId xmlns:r="http://schemas.openxmlformats.org/officeDocument/2006/relationships" r:id="R1a8a3a19ba184d6c"/>
  </p:notesMasterIdLst>
  <p:sldIdLst>
    <p:sldId xmlns:r="http://schemas.openxmlformats.org/officeDocument/2006/relationships" id="256" r:id="R06fe363b79e949ab"/>
    <p:sldId xmlns:r="http://schemas.openxmlformats.org/officeDocument/2006/relationships" id="257" r:id="Rc82593653cf646cd"/>
    <p:sldId xmlns:r="http://schemas.openxmlformats.org/officeDocument/2006/relationships" id="258" r:id="R34da2648657748ab"/>
    <p:sldId xmlns:r="http://schemas.openxmlformats.org/officeDocument/2006/relationships" id="259" r:id="Rbf0fd876d3714fcc"/>
    <p:sldId xmlns:r="http://schemas.openxmlformats.org/officeDocument/2006/relationships" id="260" r:id="Rcdc5376e4bf54e58"/>
    <p:sldId xmlns:r="http://schemas.openxmlformats.org/officeDocument/2006/relationships" id="261" r:id="R46d0e2a9f20f42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4143c12654c62" /><Relationship Type="http://schemas.openxmlformats.org/officeDocument/2006/relationships/theme" Target="/ppt/theme/theme1.xml" Id="R896b2436f61d4b59" /><Relationship Type="http://schemas.openxmlformats.org/officeDocument/2006/relationships/notesMaster" Target="/ppt/notesMasters/notesMaster1.xml" Id="R1a8a3a19ba184d6c" /><Relationship Type="http://schemas.openxmlformats.org/officeDocument/2006/relationships/presProps" Target="/ppt/presProps.xml" Id="R61ae1b755e7d4bb1" /><Relationship Type="http://schemas.openxmlformats.org/officeDocument/2006/relationships/viewProps" Target="/ppt/viewProps.xml" Id="R2190763c2e554b02" /><Relationship Type="http://schemas.openxmlformats.org/officeDocument/2006/relationships/tableStyles" Target="/ppt/tableStyles.xml" Id="Rb2b07cab767e409d" /><Relationship Type="http://schemas.openxmlformats.org/officeDocument/2006/relationships/slide" Target="/ppt/slides/slide1.xml" Id="R06fe363b79e949ab" /><Relationship Type="http://schemas.openxmlformats.org/officeDocument/2006/relationships/slide" Target="/ppt/slides/slide2.xml" Id="Rc82593653cf646cd" /><Relationship Type="http://schemas.openxmlformats.org/officeDocument/2006/relationships/slide" Target="/ppt/slides/slide3.xml" Id="R34da2648657748ab" /><Relationship Type="http://schemas.openxmlformats.org/officeDocument/2006/relationships/slide" Target="/ppt/slides/slide4.xml" Id="Rbf0fd876d3714fcc" /><Relationship Type="http://schemas.openxmlformats.org/officeDocument/2006/relationships/slide" Target="/ppt/slides/slide5.xml" Id="Rcdc5376e4bf54e58" /><Relationship Type="http://schemas.openxmlformats.org/officeDocument/2006/relationships/slide" Target="/ppt/slides/slide6.xml" Id="R46d0e2a9f20f42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ed4f58f7de14a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fcde88f924c14" /><Relationship Type="http://schemas.openxmlformats.org/officeDocument/2006/relationships/notesMaster" Target="/ppt/notesMasters/notesMaster1.xml" Id="R77c8e46fea7c4b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1c1e11417c447f" /><Relationship Type="http://schemas.openxmlformats.org/officeDocument/2006/relationships/notesMaster" Target="/ppt/notesMasters/notesMaster1.xml" Id="Rcea82b2f8279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e7ee3bcdeb4fea" /><Relationship Type="http://schemas.openxmlformats.org/officeDocument/2006/relationships/notesMaster" Target="/ppt/notesMasters/notesMaster1.xml" Id="R5e94690d8699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e02bbab1d54d0f" /><Relationship Type="http://schemas.openxmlformats.org/officeDocument/2006/relationships/notesMaster" Target="/ppt/notesMasters/notesMaster1.xml" Id="R620f5a2f639d46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62965c7da24cdc" /><Relationship Type="http://schemas.openxmlformats.org/officeDocument/2006/relationships/notesMaster" Target="/ppt/notesMasters/notesMaster1.xml" Id="Rd70a50c82a984c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64664b486245ed" /><Relationship Type="http://schemas.openxmlformats.org/officeDocument/2006/relationships/notesMaster" Target="/ppt/notesMasters/notesMaster1.xml" Id="R6db333dcb60a40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850522e04447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748671151b44838" /><Relationship Type="http://schemas.openxmlformats.org/officeDocument/2006/relationships/slideLayout" Target="/ppt/slideLayouts/slideLayout2.xml" Id="R353cc370a18643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cc370a18643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c8d9a06064487a" /><Relationship Type="http://schemas.openxmlformats.org/officeDocument/2006/relationships/notesSlide" Target="/ppt/notesSlides/notesSlide1.xml" Id="R3613d03a6d1e4f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74c0185b4412e" /><Relationship Type="http://schemas.openxmlformats.org/officeDocument/2006/relationships/notesSlide" Target="/ppt/notesSlides/notesSlide2.xml" Id="R9c6c95c973474a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346829dadc494a" /><Relationship Type="http://schemas.openxmlformats.org/officeDocument/2006/relationships/notesSlide" Target="/ppt/notesSlides/notesSlide3.xml" Id="Ra0cef18ba64d4c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50375b4ca46c8" /><Relationship Type="http://schemas.openxmlformats.org/officeDocument/2006/relationships/notesSlide" Target="/ppt/notesSlides/notesSlide4.xml" Id="Ra1b4912d71734a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100bbc66554d91" /><Relationship Type="http://schemas.openxmlformats.org/officeDocument/2006/relationships/notesSlide" Target="/ppt/notesSlides/notesSlide5.xml" Id="R3bacc856acc142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9eb90148b04591" /><Relationship Type="http://schemas.openxmlformats.org/officeDocument/2006/relationships/notesSlide" Target="/ppt/notesSlides/notesSlide6.xml" Id="R12082f5dc96546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E8FFC4-CE8B-44B5-8201-866D1083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992B0-8F08-48F9-91D2-BE4D355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38E53-14DC-4A3E-B690-8B50C15B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810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DED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C9768-0C8D-4436-B6F6-1B94FD0C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2669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7BBF3-DC76-4B64-8655-3F1DED22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314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46346-19B9-48C4-BF46-2C5002AC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9545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F7C3F-BA14-4585-8A7A-C51EBF8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E2C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F0318-E8CC-45B1-A626-0E21318E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27241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2C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E4E7B-5871-4446-A33A-AD3653DE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0055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7A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7A1B"/>
                </a:solidFill>
                <a:latin typeface="Aptos"/>
                <a:ea typeface="Aptos"/>
                <a:cs typeface="Aptos"/>
              </a:rPr>
              <a:t>MISMATCH DETECTED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7BA9A-1B0D-4783-84D6-B3AD5D54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DA3 FINAL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DBD76-DA85-4D14-8332-80F3446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905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4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MoodSyncAI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20E11-0247-43BB-80BA-5015DB12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81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Multi-modal sentiment and facial emotion analyser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2F5D2-CD34-4009-AD57-A1C267A5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00"/>
              </a:lnSpc>
              <a:buNone/>
            </a:pPr>
            <a:r>
              <a:rPr sz="18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system compares what a person says with what their face appears to express, then flags emotional alignment, mismatch, or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F809F-5DAE-4940-B9A7-096B178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6191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00"/>
              </a:lnSpc>
              <a:buNone/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Built with Streamlit, ViT facial emotion recognition, DistilBERT sentiment analysis, a fusion layer, and a GPT-2-family explanation component.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92243-A9C4-4A9B-AA45-287EFB77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DA3 Final Project | 1/6</a:t>
            </a:r>
          </a:p>
        </p:txBody>
      </p:sp>
    </p:spTree>
    <p:extLst>
      <p:ext uri="{BB962C8B-B14F-4D97-AF65-F5344CB8AC3E}">
        <p14:creationId xmlns:p14="http://schemas.microsoft.com/office/powerpoint/2010/main" val="2120382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C014C-8C18-41E8-8B0E-17EE8F4C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REQUIREMENT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70D5F-CB31-446D-9FF5-ACE05986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Core assignment covered,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58F93-2BB6-47EA-93B1-538A6CA7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with webcam capture added.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54C2C-E228-49B1-A459-98FAC6B2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76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9601B-9823-4733-AA76-17FDCE15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FBF6F-1DEE-4FE0-80CE-E3B62042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Image modality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C3B2B-5F3E-4FD9-960B-4CF86960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Upload or webcam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4084E-C457-43A3-9F10-1210C261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face capture.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113E1-8539-4D1B-8074-903283AD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Emotion classifier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203AF-3AC5-491B-B84B-9679C0CD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returns a full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B2D07-1062-4A9A-9501-41834667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category distribution.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CA8C7-1953-49AF-9146-2792C10C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2476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37E53-45B9-4CA8-8CC5-C01F1E5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A1239-0472-4EBF-833E-1B67955B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 modality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26D1E-4B0F-4D0D-8848-0E8FA624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289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Typed sentence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5D9FC-AAC0-42FC-BA16-349F6A8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processed by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A0C69-0D0C-4486-82B8-995AA54C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099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transformer sentiment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BF568-22A4-4FDF-BC8E-BC7A3D4D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BD99D-2FD4-458B-81C5-995C10CB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Outputs 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C8BA7-BBA9-4FE5-8594-78FF0242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476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A3E65-8012-4233-9250-2D30CC9E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A1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23050-D180-4BA2-B8B2-070B963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Fusion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74A79-C69A-424E-8899-8AC46EE2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Maps outputs into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A4B8E-99E0-4D76-BFD7-AA74BDAD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emotional valence.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F21A9-4970-4400-9355-CDBD727D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Classifies ALIGNED,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3D294-C60A-4C06-B3AD-59A4BCC7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MISMATCH, 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55E299-52A9-47C1-A103-C47D7C7C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UNCERTAIN.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3B583-3CD2-4946-884F-6ADE97B4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476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59B145-24EE-416B-9313-5917F6A8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52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0DB99-C034-48B6-9307-AAD942E8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28850"/>
            <a:ext cx="2019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Explanation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F2D77-0FAB-43B1-9800-F1B7D233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89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GPT-2-family 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F7C5D7-18D7-4E35-8076-1896CB92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when available.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6CF449-3372-4657-B104-404385A8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623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Fallback text keeps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E7967A-3BA1-4957-B3F7-E5078F95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demo stable.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3E5B28-D6AD-4D05-94A9-602337C1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DED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8D46D4-6430-456F-98BB-8E5FC229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20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OPTIONAL FEATURE: WEBCAM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7D4316-A4E8-44E1-9E28-EFA24698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768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Not included by design: audio, video timeline, Grad-CAM, learned fusion, cloud deployment.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16F491-F0A1-4FA8-9C63-D06403BE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DA3 Final Project | 2/6</a:t>
            </a:r>
          </a:p>
        </p:txBody>
      </p:sp>
    </p:spTree>
    <p:extLst>
      <p:ext uri="{BB962C8B-B14F-4D97-AF65-F5344CB8AC3E}">
        <p14:creationId xmlns:p14="http://schemas.microsoft.com/office/powerpoint/2010/main" val="388701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FA215-58DB-4A33-A9A5-AFE0F5CD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ARCHITECTURE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5FC18-1D1D-4373-858A-4FAF8701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Image and text are processed separately,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842CC-0042-493B-8184-537CB95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then fused into one emotion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68E94-CB03-470F-B1FE-E3D00E91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USER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A8042-6988-4ADF-B8FE-1FB795B5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MODALITY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3DF25-49BB-43A2-9832-7C9E692C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FUSION +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1E42B-1BE6-4056-A1B9-6D45878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9545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APP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3A445-4040-44BE-8832-CB9755E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76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D6C46-9713-450B-95CA-AF5E7E44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1E9F7-FFDC-46B4-A79C-EF43B58D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Face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C626F-2825-4713-81E1-FE3FC011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Upload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7DA45-712D-4191-A974-C625B82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or webcam 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8B42B-5B42-4325-99FA-20FA0721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076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A1089-AFB7-4300-A48D-316599D6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2D93F-BEA1-4451-8DBC-1C0527B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Typed sentence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18B69-36C7-4661-B9C4-914FFAA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Sentence entered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EAD2E-A2BD-4563-8AB8-DE125064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by the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B6138-121F-4CD7-95E2-08BB6E4A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25527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EDED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873C6-485C-4F7A-AB21-52FAE553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F7FB3-6238-477D-B020-039298CF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860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Facial emotion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727FE-5E3B-41D1-8E92-72278F91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Vision Transformer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B6A53-386E-47C4-99F7-E99E276D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765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trpakov/vit-face-expression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53117-74F2-4B3E-B529-ABC98D92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happy, sad, angry, neutral...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B29C5-39BF-4506-95ED-D57EE840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25527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048AF-6C1B-479C-B135-F884673A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B1AE6-B4C8-42E1-8724-B3DB2DE4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86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 sentiment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9787F-C00B-4C3E-BA69-E5BB80C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863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DistilBERT transformer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FA7CC7-E3DC-491C-A34E-541D271C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768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positive or negative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EB314-BB64-4C3F-A4E6-BF4CEA8F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673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with confidence 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76253-0A70-4861-BBFE-11BACED4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724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2C9"/>
          </a:solidFill>
          <a:ln xmlns:a="http://schemas.openxmlformats.org/drawingml/2006/main" w="9525">
            <a:solidFill>
              <a:srgbClr val="C77A1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A67C8-01FF-4281-9B44-8B66CAA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Fusion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41910-F731-47ED-81AC-8A8C26E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00"/>
              </a:lnSpc>
              <a:buNone/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Compares image emotion</a:t>
            </a:r>
          </a:p>
          <a:p xmlns:a="http://schemas.openxmlformats.org/drawingml/2006/main">
            <a:pPr>
              <a:lnSpc>
                <a:spcPct val="11200000"/>
              </a:lnSpc>
              <a:buNone/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with text sentiment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FFCC3C-8F46-427C-9404-20763C5A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433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C77A1B"/>
                </a:solidFill>
                <a:latin typeface="Aptos"/>
                <a:ea typeface="Aptos"/>
                <a:cs typeface="Aptos"/>
              </a:rPr>
              <a:t>ALIGNED | MISMATCH | UNCERTAIN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C2CBBE-C181-4C35-A5B9-105ADFB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81550"/>
            <a:ext cx="27241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E9FA"/>
          </a:solidFill>
          <a:ln xmlns:a="http://schemas.openxmlformats.org/drawingml/2006/main" w="9525">
            <a:solidFill>
              <a:srgbClr val="8A63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82156F-E255-46D1-8967-DC5529AB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01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Explanation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1EB75-AA38-4FB7-944E-0028CB74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38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843DB8-EF5B-4805-B7A2-D64C0634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81650"/>
            <a:ext cx="209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DistilGPT-2 family model + fallback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98155E-3741-4F08-A8CF-4306524A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00300"/>
            <a:ext cx="1504950" cy="27813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E7B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4D6FBA-FDD0-4D95-BC20-72ED715B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003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52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CE2210-DA63-4B2B-BD49-5133FF9B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0510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1A6A9A-6066-452E-A8AE-FA6EEF2B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Facial emotion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5A6405-032E-415D-87B6-9C1A3250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671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Text sentiment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B5739D-6093-464B-B51A-14CCEFF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5285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Fusion status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8D3F73-C6C5-4226-AE7D-3CEB9AD8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0386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616D31-6E7C-43AB-A754-8DDFF0B5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2435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Bar chart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21F692-6785-42D0-A598-DFD5577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101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Explanation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9FDFF8-52F8-40F0-97B4-D18164F4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2695575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8F7EB4-7EFB-4993-8FFC-E2EAA882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86150" y="26384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7C80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E4ADC4-5C58-49A4-BF20-C9A114C0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4695825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9F37C3-7FAE-4307-BEA7-01A3B01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86150" y="4638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5E9E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4E2F5F-4A5D-4EAE-A632-125113B3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9521">
            <a:off x="6134100" y="2695575"/>
            <a:ext cx="9301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083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A97E4D-C86B-41E4-ADF7-6D9686B5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9521">
            <a:off x="6800850" y="3171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37083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86AAB2-960C-4FEE-9E85-1348DF7E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11666">
            <a:off x="6134100" y="4695825"/>
            <a:ext cx="119028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083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B8B707-466F-4B45-A422-F31B401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88334">
            <a:off x="6800850" y="37242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37083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9C5325-704B-499A-BE03-06F7CA6E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34956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52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BC28B4-26B0-412D-A539-386144B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96500" y="3438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E7B52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AD3C2D-3857-4824-A634-5E15A3B1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67700" y="42005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E74A8F-8631-4F0A-86EA-DECC91FB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450" y="47148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3D2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62D132-D0A4-4D06-BB25-537F5934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54863">
            <a:off x="9620250" y="5286375"/>
            <a:ext cx="7562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F610F6-314A-43D4-AB3A-258AFBAD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45137">
            <a:off x="10096500" y="47339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3D2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D7CFF1-35AD-47E5-B992-500D40F9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108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E147EF-26E2-4147-B103-BD5038A1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Core idea: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A0F374-6F72-4EFB-AA54-F325CB89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48375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fusion layer turns separate model predictions into one multimodal interpretation.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CE0F97-5655-49A8-B1E8-CFC88583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DA3 Final Project | 3/6</a:t>
            </a:r>
          </a:p>
        </p:txBody>
      </p:sp>
    </p:spTree>
    <p:extLst>
      <p:ext uri="{BB962C8B-B14F-4D97-AF65-F5344CB8AC3E}">
        <p14:creationId xmlns:p14="http://schemas.microsoft.com/office/powerpoint/2010/main" val="378214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F99B9-CC32-4A68-8DB5-FB239F1C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MODEL STACK AND DECISION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714D0-C9AE-413D-B6F0-70798E6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Fusion is simple on purpose: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17790-3EF2-418F-B6CD-FF4645DD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transparent enough to defend.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B715A-A439-4714-BAB9-EE60756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33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EAF3C-3465-4C43-9D08-62F6686E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C11AC-A9CD-4D30-BCE1-F75EE88C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DistilBERT sentiment classifier returns POSITIVE or NEGATIVE plus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7E767-6BB0-4DE3-93A2-D90901D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33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B60AE-62A2-44FC-BD6F-2D896C13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Vision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E986A-8810-4A7F-AC50-FD64EA81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ViT face-expression classifier returns the top emotion and a full distribution.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C767C-DA0A-4BED-AF80-D59719F3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Visual valence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45987-CCB0-4413-AAC2-82A71D3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31432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8C803-271C-43AD-8089-42A6D6CC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D0951-72B6-4C1B-8AD6-48253281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3E7B52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255AD-AFFA-4CAF-A623-95886C0A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31432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BC3A6-C138-458F-A8FF-47B3079E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sad / angry / fear / disgust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CF0F9-E967-4833-9A0E-D2B5E14A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84A4A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8219C-530D-4FB1-908C-1FDE08CC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31432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B94B2-C460-4057-83AE-4B2D1503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576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3BD0A-A5B5-4217-A534-CD6E7D20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77A1B"/>
                </a:solidFill>
                <a:latin typeface="Aptos"/>
                <a:ea typeface="Aptos"/>
                <a:cs typeface="Aptos"/>
              </a:rPr>
              <a:t>UNCERTAIN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AE2BB-7BAF-4253-BC6D-BA882CE7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31432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5614C-A380-4E7B-AE7B-3991FD7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291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12DD9-389E-4922-84B8-E3FB6039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77A1B"/>
                </a:solidFill>
                <a:latin typeface="Aptos"/>
                <a:ea typeface="Aptos"/>
                <a:cs typeface="Aptos"/>
              </a:rPr>
              <a:t>AMBIGUOUS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5E734-D91D-48BE-94AC-0DDDEE92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67300"/>
            <a:ext cx="3714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E2C9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C1B93-AA23-4ABD-A573-EBD218FB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197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Mismatch is flagged when text sentiment and visual valence point in different directions.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87FEFD-AC90-4834-AE62-12321B3C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DA3 Final Project | 4/6</a:t>
            </a:r>
          </a:p>
        </p:txBody>
      </p:sp>
    </p:spTree>
    <p:extLst>
      <p:ext uri="{BB962C8B-B14F-4D97-AF65-F5344CB8AC3E}">
        <p14:creationId xmlns:p14="http://schemas.microsoft.com/office/powerpoint/2010/main" val="1851668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8831A-3750-4FA2-B18B-32784EDA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DEMO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D1E08-0C53-4720-AA95-1C2B5570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Demo case: positive words,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ED259-481A-4054-A0EC-31E30FF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but a stressed face.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601DF-D960-41B6-92A9-10A6AE8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857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B96E9-A376-4E7B-9DC0-D04E00E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Input sentence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2E470-3254-4482-A984-1E2A5EF9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“No, I think the project is going really well.”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38AF5-C3B8-4784-8862-FCF403A2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FE7F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2B1EA-ADD7-4674-AB56-33E8EFDF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Textual Sentiment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C5F9C-C947-448F-AEBE-D393F48F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2247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315E9E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55FE2-F68D-4695-A730-18B7B0C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81%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2AC63-CC6E-4C9E-922D-925A7739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E2C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EA18C-1792-47B9-BD8E-EA5BFBE1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Visual Emotion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53D44-8C92-4426-8A50-D2A4BF35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2247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C77A1B"/>
                </a:solidFill>
                <a:latin typeface="Aptos"/>
                <a:ea typeface="Aptos"/>
                <a:cs typeface="Aptos"/>
              </a:rPr>
              <a:t>SAD / FEARFUL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05F66-76BA-4A61-B331-0DF896B9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68%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0EBA9-0235-4140-9D55-EE95286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D5D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A0D7E-4791-4BF6-B602-0D5E8EE2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959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Fusion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0D622-F673-4AA4-BD81-A0B1FFB4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2247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B84A4A"/>
                </a:solidFill>
                <a:latin typeface="Aptos"/>
                <a:ea typeface="Aptos"/>
                <a:cs typeface="Aptos"/>
              </a:rPr>
              <a:t>MISMATCH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E9C78-2311-458F-8357-C0087DDB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8170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Signals disagree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1C2A9-A3B0-48D3-9AF2-12467732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4857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7212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5B51D-B9D7-4A23-B90C-D81C3DCF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B8DADB"/>
                </a:solidFill>
                <a:latin typeface="Aptos"/>
                <a:ea typeface="Aptos"/>
                <a:cs typeface="Aptos"/>
              </a:rPr>
              <a:t>Generative 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AF417-5587-4742-8F8B-6CBFD5A5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Despite positive verbal sentiment,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A4592-9505-44EB-B14D-3C360408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facial cues suggest stress or discomfort.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A5E6F-6581-44F0-BC68-4FF99995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incongruence is worth noting in context.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EF35D-8EDC-43F6-A04B-5A103E4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DA3 Final Project | 5/6</a:t>
            </a:r>
          </a:p>
        </p:txBody>
      </p:sp>
    </p:spTree>
    <p:extLst>
      <p:ext uri="{BB962C8B-B14F-4D97-AF65-F5344CB8AC3E}">
        <p14:creationId xmlns:p14="http://schemas.microsoft.com/office/powerpoint/2010/main" val="1018008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6D9C4-EB07-4EAC-A7FB-D522B03E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FDEAD-C54E-4C73-8840-4336477F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MoodSyncAI shows 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79193-8DF2-49E4-8C4B-C41DEB4A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multimodal emotion analysis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E57DE-4E25-4954-ABF7-6A8CF0AE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530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2B3E1-2052-48B6-9986-C62CF30A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62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5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125E4-4973-4197-9B62-35EADEBB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Main 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3F6AF-BA59-4B87-B96E-4368E320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Combining facial emotion 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B07A2-658D-451C-B01F-4805A9FC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 sentiment gives a more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CC32D-E6DA-4562-BA82-0A8C9FE4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meaningful understanding 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A16C3-1E2B-44EB-97EA-9166A0ED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emotional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1F35C-CB48-4C44-9BF3-B33B4B99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EDE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AF26B-7FC2-43D7-9878-64FCD0E7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2311C-0EDE-47C0-9CA3-9BD77137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Image + text 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1CE27-05FD-4ABB-839C-19A9346E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Fusion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73ED4-B0C4-46B3-8ABF-B440E530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GPT-2 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F2F6B-274C-48FD-B224-D217ACE6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Webcam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AAB53-2A3A-4727-8629-A040909C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3E2C9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0D8AD-CEC3-4E26-B4C5-4EA03C52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CCFF3-4F23-45B0-A624-806FAE87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Aligned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AEA24-F269-4E7D-8854-3931D5D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Mismatch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2B13B-CA60-4A69-81C9-344BEA52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Uncertain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D2B97-DAAC-4669-80FE-74CE7216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Confidence +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0830F-588B-4862-81F1-7A2AE48A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23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E7F4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75883-B777-448E-A207-3D6DEAE9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20D53-0C08-4E7B-9340-95B0E889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Audio input, video timeline, attention visualization, learned fusion, and cloud deployment.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480C4-8A1E-423F-A01B-DA7CFE78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744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12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048DD-E20A-4F7F-8157-225E29C9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626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Overall, MoodSyncAI meets the core assignment goals and provides a strong base for future multimodal AI extensions.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21CCED-5DFA-474C-9DEC-ECEB5DA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DA3 Final Project | 6/6</a:t>
            </a:r>
          </a:p>
        </p:txBody>
      </p:sp>
    </p:spTree>
    <p:extLst>
      <p:ext uri="{BB962C8B-B14F-4D97-AF65-F5344CB8AC3E}">
        <p14:creationId xmlns:p14="http://schemas.microsoft.com/office/powerpoint/2010/main" val="1545898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2026-05-11T15:49:39.2700000Z</dcterms:created>
  <dcterms:modified xsi:type="dcterms:W3CDTF">2026-05-11T15:49:39.2700000Z</dcterms:modified>
</coreProperties>
</file>